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SmartCart and the five-person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SmartCart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Eastman Full-Stack Hackathon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Catalog, cart, coupons, trusted checkout and a built-in chatbot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Varshitha  ·  Jayanth  ·  Niyati  ·  Pranay  ·  Aishwarya</a:t>
            </a:r>
            <a:endParaRPr lang="en-US" sz="1400" dirty="0"/>
          </a:p>
        </p:txBody>
      </p:sp>
      <p:sp>
        <p:nvSpPr>
          <p:cNvPr id="6" name="hero-circle"/>
          <p:cNvSpPr/>
          <p:nvPr/>
        </p:nvSpPr>
        <p:spPr>
          <a:xfrm>
            <a:off x="6035040" y="1097280"/>
            <a:ext cx="2651760" cy="2651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Shopping c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830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built</a:t>
            </a:r>
            <a:endParaRPr lang="en-US" sz="3400" dirty="0"/>
          </a:p>
        </p:txBody>
      </p:sp>
      <p:sp>
        <p:nvSpPr>
          <p:cNvPr id="3" name="feature-card"/>
          <p:cNvSpPr/>
          <p:nvPr/>
        </p:nvSpPr>
        <p:spPr>
          <a:xfrm>
            <a:off x="45720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344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Catalog &amp; search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Browse products with search and category filters.</a:t>
            </a:r>
            <a:endParaRPr lang="en-US" sz="1400" dirty="0"/>
          </a:p>
        </p:txBody>
      </p:sp>
      <p:sp>
        <p:nvSpPr>
          <p:cNvPr id="8" name="feature-card"/>
          <p:cNvSpPr/>
          <p:nvPr/>
        </p:nvSpPr>
        <p:spPr>
          <a:xfrm>
            <a:off x="329184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6344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detail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Dedicated page for every product.</a:t>
            </a:r>
            <a:endParaRPr lang="en-US" sz="1400" dirty="0"/>
          </a:p>
        </p:txBody>
      </p:sp>
      <p:sp>
        <p:nvSpPr>
          <p:cNvPr id="13" name="feature-card"/>
          <p:cNvSpPr/>
          <p:nvPr/>
        </p:nvSpPr>
        <p:spPr>
          <a:xfrm>
            <a:off x="612648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634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Coupons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SAVE10, FLAT200 and WELCOME15 checked on the backend.</a:t>
            </a:r>
            <a:endParaRPr lang="en-US" sz="1400" dirty="0"/>
          </a:p>
        </p:txBody>
      </p:sp>
      <p:sp>
        <p:nvSpPr>
          <p:cNvPr id="18" name="feature-card"/>
          <p:cNvSpPr/>
          <p:nvPr/>
        </p:nvSpPr>
        <p:spPr>
          <a:xfrm>
            <a:off x="457200" y="31089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41757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Trusted checkout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Preview totals computed server-side before ordering.</a:t>
            </a:r>
            <a:endParaRPr lang="en-US" sz="1400" dirty="0"/>
          </a:p>
        </p:txBody>
      </p:sp>
      <p:sp>
        <p:nvSpPr>
          <p:cNvPr id="23" name="feature-card"/>
          <p:cNvSpPr/>
          <p:nvPr/>
        </p:nvSpPr>
        <p:spPr>
          <a:xfrm>
            <a:off x="3291840" y="31089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3474720" y="3291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4175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Orders &amp; stock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Transaction-backed orders with stock deduction.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Meet the team</a:t>
            </a:r>
            <a:endParaRPr lang="en-US" sz="3400" dirty="0"/>
          </a:p>
        </p:txBody>
      </p:sp>
      <p:sp>
        <p:nvSpPr>
          <p:cNvPr id="3" name="team-card"/>
          <p:cNvSpPr/>
          <p:nvPr/>
        </p:nvSpPr>
        <p:spPr>
          <a:xfrm>
            <a:off x="45720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85800" y="15087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030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Frontend &amp; UI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Varshitha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Jayanth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React storefront: catalog, cart and checkout screens.</a:t>
            </a:r>
            <a:endParaRPr lang="en-US" sz="1400" dirty="0"/>
          </a:p>
        </p:txBody>
      </p:sp>
      <p:sp>
        <p:nvSpPr>
          <p:cNvPr id="9" name="team-card"/>
          <p:cNvSpPr/>
          <p:nvPr/>
        </p:nvSpPr>
        <p:spPr>
          <a:xfrm>
            <a:off x="329184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520440" y="15087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7030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Chatbot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Niyati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Conversational assistant that helps shoppers inside SmartCart.</a:t>
            </a:r>
            <a:endParaRPr lang="en-US" sz="1400" dirty="0"/>
          </a:p>
        </p:txBody>
      </p:sp>
      <p:sp>
        <p:nvSpPr>
          <p:cNvPr id="15" name="team-card"/>
          <p:cNvSpPr/>
          <p:nvPr/>
        </p:nvSpPr>
        <p:spPr>
          <a:xfrm>
            <a:off x="6126480" y="12801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6355080" y="150876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17030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Backend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Pranay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Aishwarya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Express API, PostgreSQL with Prisma, orders and stock logic.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Frontend &amp; UI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Varshitha  ·  Jayanth</a:t>
            </a:r>
            <a:endParaRPr lang="en-US" sz="1400" dirty="0"/>
          </a:p>
        </p:txBody>
      </p:sp>
      <p:sp>
        <p:nvSpPr>
          <p:cNvPr id="4" name="icon-circle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904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Catalog &amp; discovery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83794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 grid with search, category filters and detail pages.</a:t>
            </a:r>
            <a:endParaRPr lang="en-US" sz="1400" dirty="0"/>
          </a:p>
        </p:txBody>
      </p:sp>
      <p:sp>
        <p:nvSpPr>
          <p:cNvPr id="8" name="icon-circle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5420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Smooth checkout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28895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Quantity edits, coupon entry, order preview and confirmation page.</a:t>
            </a:r>
            <a:endParaRPr lang="en-US" sz="1400" dirty="0"/>
          </a:p>
        </p:txBody>
      </p:sp>
      <p:sp>
        <p:nvSpPr>
          <p:cNvPr id="12" name="stack-panel"/>
          <p:cNvSpPr/>
          <p:nvPr/>
        </p:nvSpPr>
        <p:spPr>
          <a:xfrm>
            <a:off x="5943600" y="132588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Built with</a:t>
            </a:r>
            <a:endParaRPr lang="en-US" sz="1800" dirty="0"/>
          </a:p>
        </p:txBody>
      </p:sp>
      <p:sp>
        <p:nvSpPr>
          <p:cNvPr id="14" name="chip"/>
          <p:cNvSpPr/>
          <p:nvPr/>
        </p:nvSpPr>
        <p:spPr>
          <a:xfrm>
            <a:off x="6217920" y="201168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React</a:t>
            </a:r>
            <a:endParaRPr lang="en-US" sz="1600" dirty="0"/>
          </a:p>
        </p:txBody>
      </p:sp>
      <p:sp>
        <p:nvSpPr>
          <p:cNvPr id="16" name="chip"/>
          <p:cNvSpPr/>
          <p:nvPr/>
        </p:nvSpPr>
        <p:spPr>
          <a:xfrm>
            <a:off x="6217920" y="2615184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26151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 API</a:t>
            </a:r>
            <a:endParaRPr lang="en-US" sz="1600" dirty="0"/>
          </a:p>
        </p:txBody>
      </p:sp>
      <p:sp>
        <p:nvSpPr>
          <p:cNvPr id="18" name="chip"/>
          <p:cNvSpPr/>
          <p:nvPr/>
        </p:nvSpPr>
        <p:spPr>
          <a:xfrm>
            <a:off x="6217920" y="3218688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localStorage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Chatbot</a:t>
            </a:r>
            <a:endParaRPr lang="en-US" sz="3400" dirty="0"/>
          </a:p>
        </p:txBody>
      </p:sp>
      <p:sp>
        <p:nvSpPr>
          <p:cNvPr id="3" name="bot-panel"/>
          <p:cNvSpPr/>
          <p:nvPr/>
        </p:nvSpPr>
        <p:spPr>
          <a:xfrm>
            <a:off x="457200" y="1325880"/>
            <a:ext cx="2926080" cy="329184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1280160" y="169164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Built by Niyati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SmartCart assistant</a:t>
            </a:r>
            <a:endParaRPr lang="en-US" sz="1400" dirty="0"/>
          </a:p>
        </p:txBody>
      </p:sp>
      <p:sp>
        <p:nvSpPr>
          <p:cNvPr id="8" name="icon-circle"/>
          <p:cNvSpPr/>
          <p:nvPr/>
        </p:nvSpPr>
        <p:spPr>
          <a:xfrm>
            <a:off x="384048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554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17720" y="13990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Conversational helper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174650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chat assistant that lives inside the storefront.</a:t>
            </a:r>
            <a:endParaRPr lang="en-US" sz="1400" dirty="0"/>
          </a:p>
        </p:txBody>
      </p:sp>
      <p:sp>
        <p:nvSpPr>
          <p:cNvPr id="12" name="icon-circle"/>
          <p:cNvSpPr/>
          <p:nvPr/>
        </p:nvSpPr>
        <p:spPr>
          <a:xfrm>
            <a:off x="38404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606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24505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Guides shoppers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279806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Helps people find products and get answers faster.</a:t>
            </a:r>
            <a:endParaRPr lang="en-US" sz="1400" dirty="0"/>
          </a:p>
        </p:txBody>
      </p:sp>
      <p:sp>
        <p:nvSpPr>
          <p:cNvPr id="16" name="icon-circle"/>
          <p:cNvSpPr/>
          <p:nvPr/>
        </p:nvSpPr>
        <p:spPr>
          <a:xfrm>
            <a:off x="3840480" y="3520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6576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617720" y="35021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Plugs into the app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617720" y="384962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Works alongside the React UI and the backend APIs.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walkthrough</a:t>
            </a:r>
            <a:endParaRPr lang="en-US" sz="3400" dirty="0"/>
          </a:p>
        </p:txBody>
      </p:sp>
      <p:sp>
        <p:nvSpPr>
          <p:cNvPr id="3" name="step-card"/>
          <p:cNvSpPr/>
          <p:nvPr/>
        </p:nvSpPr>
        <p:spPr>
          <a:xfrm>
            <a:off x="457200" y="1371600"/>
            <a:ext cx="1234440" cy="19202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-num"/>
          <p:cNvSpPr/>
          <p:nvPr/>
        </p:nvSpPr>
        <p:spPr>
          <a:xfrm>
            <a:off x="795528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Browse products</a:t>
            </a:r>
            <a:endParaRPr lang="en-US" sz="1400" dirty="0"/>
          </a:p>
        </p:txBody>
      </p:sp>
      <p:sp>
        <p:nvSpPr>
          <p:cNvPr id="7" name="step-card"/>
          <p:cNvSpPr/>
          <p:nvPr/>
        </p:nvSpPr>
        <p:spPr>
          <a:xfrm>
            <a:off x="1856232" y="1371600"/>
            <a:ext cx="1234440" cy="19202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ep-num"/>
          <p:cNvSpPr/>
          <p:nvPr/>
        </p:nvSpPr>
        <p:spPr>
          <a:xfrm>
            <a:off x="21945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47672" y="224028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to cart</a:t>
            </a:r>
            <a:endParaRPr lang="en-US" sz="1400" dirty="0"/>
          </a:p>
        </p:txBody>
      </p:sp>
      <p:sp>
        <p:nvSpPr>
          <p:cNvPr id="11" name="step-card"/>
          <p:cNvSpPr/>
          <p:nvPr/>
        </p:nvSpPr>
        <p:spPr>
          <a:xfrm>
            <a:off x="3255264" y="1371600"/>
            <a:ext cx="1234440" cy="19202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-num"/>
          <p:cNvSpPr/>
          <p:nvPr/>
        </p:nvSpPr>
        <p:spPr>
          <a:xfrm>
            <a:off x="3593592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346704" y="224028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Apply SAVE10</a:t>
            </a:r>
            <a:endParaRPr lang="en-US" sz="1400" dirty="0"/>
          </a:p>
        </p:txBody>
      </p:sp>
      <p:sp>
        <p:nvSpPr>
          <p:cNvPr id="15" name="step-card"/>
          <p:cNvSpPr/>
          <p:nvPr/>
        </p:nvSpPr>
        <p:spPr>
          <a:xfrm>
            <a:off x="4654296" y="1371600"/>
            <a:ext cx="1234440" cy="19202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-num"/>
          <p:cNvSpPr/>
          <p:nvPr/>
        </p:nvSpPr>
        <p:spPr>
          <a:xfrm>
            <a:off x="4992624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9262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224028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Checkout with name &amp; email</a:t>
            </a:r>
            <a:endParaRPr lang="en-US" sz="1400" dirty="0"/>
          </a:p>
        </p:txBody>
      </p:sp>
      <p:sp>
        <p:nvSpPr>
          <p:cNvPr id="19" name="step-card"/>
          <p:cNvSpPr/>
          <p:nvPr/>
        </p:nvSpPr>
        <p:spPr>
          <a:xfrm>
            <a:off x="6053328" y="1371600"/>
            <a:ext cx="1234440" cy="19202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tep-num"/>
          <p:cNvSpPr/>
          <p:nvPr/>
        </p:nvSpPr>
        <p:spPr>
          <a:xfrm>
            <a:off x="6391656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9165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224028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Place demo order</a:t>
            </a:r>
            <a:endParaRPr lang="en-US" sz="1400" dirty="0"/>
          </a:p>
        </p:txBody>
      </p:sp>
      <p:sp>
        <p:nvSpPr>
          <p:cNvPr id="23" name="step-card"/>
          <p:cNvSpPr/>
          <p:nvPr/>
        </p:nvSpPr>
        <p:spPr>
          <a:xfrm>
            <a:off x="7452360" y="1371600"/>
            <a:ext cx="1234440" cy="19202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-num"/>
          <p:cNvSpPr/>
          <p:nvPr/>
        </p:nvSpPr>
        <p:spPr>
          <a:xfrm>
            <a:off x="7790688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9068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24028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Refresh confirmation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Demo coupons</a:t>
            </a:r>
            <a:endParaRPr lang="en-US" sz="1800" dirty="0"/>
          </a:p>
        </p:txBody>
      </p:sp>
      <p:sp>
        <p:nvSpPr>
          <p:cNvPr id="28" name="coupon-chip"/>
          <p:cNvSpPr/>
          <p:nvPr/>
        </p:nvSpPr>
        <p:spPr>
          <a:xfrm>
            <a:off x="2468880" y="384048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688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SAVE10</a:t>
            </a:r>
            <a:endParaRPr lang="en-US" sz="1600" dirty="0"/>
          </a:p>
        </p:txBody>
      </p:sp>
      <p:sp>
        <p:nvSpPr>
          <p:cNvPr id="30" name="coupon-chip"/>
          <p:cNvSpPr/>
          <p:nvPr/>
        </p:nvSpPr>
        <p:spPr>
          <a:xfrm>
            <a:off x="4389120" y="384048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91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FLAT200</a:t>
            </a:r>
            <a:endParaRPr lang="en-US" sz="1600" dirty="0"/>
          </a:p>
        </p:txBody>
      </p:sp>
      <p:sp>
        <p:nvSpPr>
          <p:cNvPr id="32" name="coupon-chip"/>
          <p:cNvSpPr/>
          <p:nvPr/>
        </p:nvSpPr>
        <p:spPr>
          <a:xfrm>
            <a:off x="6309360" y="384048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WELCOME15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Frontend &amp; UI: Varshitha, Jayanth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Chatbot: Niyati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Backend: Pranay, Aishwarya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Latest update: login and register added</a:t>
            </a:r>
            <a:endParaRPr lang="en-US" sz="1400" dirty="0"/>
          </a:p>
        </p:txBody>
      </p:sp>
      <p:sp>
        <p:nvSpPr>
          <p:cNvPr id="6" name="hero-circle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Shopping c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9202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martCart">
  <a:themeElements>
    <a:clrScheme name="SmartCart">
      <a:dk1>
        <a:srgbClr val="1B1F3B"/>
      </a:dk1>
      <a:lt1>
        <a:srgbClr val="FFFFFF"/>
      </a:lt1>
      <a:dk2>
        <a:srgbClr val="2B3068"/>
      </a:dk2>
      <a:lt2>
        <a:srgbClr val="F1F2F8"/>
      </a:lt2>
      <a:accent1>
        <a:srgbClr val="FF6B35"/>
      </a:accent1>
      <a:accent2>
        <a:srgbClr val="2EC4B6"/>
      </a:accent2>
      <a:accent3>
        <a:srgbClr val="5B5F97"/>
      </a:accent3>
      <a:accent4>
        <a:srgbClr val="FFC857"/>
      </a:accent4>
      <a:accent5>
        <a:srgbClr val="7A8CCB"/>
      </a:accent5>
      <a:accent6>
        <a:srgbClr val="E4572E"/>
      </a:accent6>
      <a:hlink>
        <a:srgbClr val="FF6B35"/>
      </a:hlink>
      <a:folHlink>
        <a:srgbClr val="5B5F97"/>
      </a:folHlink>
    </a:clrScheme>
    <a:fontScheme name="SmartCa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SmartCart — Eastman Full-Stack Hackathon</dc:title>
  <dc:subject>PptxGenJS Presentation</dc:subject>
  <dc:creator>PptxGenJS</dc:creator>
  <cp:lastModifiedBy>PptxGenJS</cp:lastModifiedBy>
  <cp:revision>1</cp:revision>
  <dcterms:created xsi:type="dcterms:W3CDTF">2026-10-23T07:30:32Z</dcterms:created>
  <dcterms:modified xsi:type="dcterms:W3CDTF">2026-10-23T07:30:32Z</dcterms:modified>
</cp:coreProperties>
</file>